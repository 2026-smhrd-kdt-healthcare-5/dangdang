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당당(DangDang) 시스템 아키텍처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앱 → Nginx(리버스 프록시) → Spring Boot / FastAPI → PostgreSQL·Gemini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32808" y="1298448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632808" y="1298448"/>
            <a:ext cx="29260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· Retrofit · Kakao Map/Login SDK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49928" y="2395728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49928" y="2395728"/>
            <a:ext cx="32918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(Reverse Proxy)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공개 진입점 · :80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61808" y="2432304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 w="12700">
            <a:solidFill>
              <a:srgbClr val="5A5A5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061808" y="2432304"/>
            <a:ext cx="274320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배포: Docker Compose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(Cloudflare Tunnel / AWS EC2)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63040" y="35844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3584448"/>
            <a:ext cx="41148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:8080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 · DB 쓰기 · JWT 인증 (모든 앱 요청의 유일한 창구)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13855" y="35844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13855" y="3584448"/>
            <a:ext cx="41148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:8000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서버 · 음식 인식/재분석/예측/챗봇 (외부 미노출, 내부 호출 전용)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577840" y="4009644"/>
            <a:ext cx="1036015" cy="1828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577840" y="3515868"/>
            <a:ext cx="103601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X-Internal-Api-Key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(내부 전용 헤더)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63040" y="50749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5074920"/>
            <a:ext cx="4114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DB (학원 캠퍼스 서버 호스팅) · 회원/미션/식사기록 등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13855" y="50749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50800" dist="25400" dir="5400000">
              <a:srgbClr val="666666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13855" y="5074920"/>
            <a:ext cx="4114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AI 서비스 · 음식 사진 인식 · 재분석 · 챗봇 응답 생성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95848" y="1956816"/>
            <a:ext cx="0" cy="43891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03220" y="3054096"/>
            <a:ext cx="0" cy="5303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3220" y="4453128"/>
            <a:ext cx="0" cy="6217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07992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읽기/쓰기 (모든 DB 반영)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H="1">
            <a:off x="5120640" y="4453128"/>
            <a:ext cx="1950415" cy="6217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4895" y="4855464"/>
            <a:ext cx="50292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전용 (food_info 조회)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288475" y="4453128"/>
            <a:ext cx="0" cy="6217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4507992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분석/생성 호출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원칙: Android 앱은 Spring만 호출하고, Spring이 내부적으로 FastAPI를 호출합니다. FastAPI는 DB에 쓰기 작업을 하지 않는 읽기 전용 접근만 가집니다.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2026-08-26T01:57:47Z</dcterms:created>
  <dcterms:modified xsi:type="dcterms:W3CDTF">2026-08-26T01:57:47Z</dcterms:modified>
</cp:coreProperties>
</file>